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00400"/>
            <a:ext cx="45720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778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36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636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65960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75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75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51176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660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660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36391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24611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24611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8313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59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06824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16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416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001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59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61488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61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19856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4198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78224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782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53035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31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93852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31136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29514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22951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079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0048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73405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631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27340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079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08960"/>
            <a:ext cx="530352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1729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3172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39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06907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06907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690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0690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44568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360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6360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360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111496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202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0240" y="5202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2029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5202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2103120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1762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21762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2596896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26700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26700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090672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316382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18320" y="31638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3584448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7960" y="36576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3657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4078224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41513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46451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6451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065776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5138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389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0" y="5559552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56327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32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約122万円/月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1576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741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374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4015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86784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3250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03250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0599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53035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7274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7274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01168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075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0756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53288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9689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968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54096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1181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575304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639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6393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096512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160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61772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6817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681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13892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2029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52029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660136"/>
            <a:ext cx="5303520" cy="48463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572414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572414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Instagramアカウント開設（コンセプト発信開始）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19856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9856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9856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9856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4224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4224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4224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98864" y="1600200"/>
            <a:ext cx="27432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584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98864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08592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54896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08592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4896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8592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54896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08592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54896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13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57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031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51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97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4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862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862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34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805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83480"/>
            <a:ext cx="548640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0749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0116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2103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4871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3832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3832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4747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8587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548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47548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4846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2303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1722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64465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14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848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78608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700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45536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36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21868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12464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0390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8039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7856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79392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708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37083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352544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937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491947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84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1031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51460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5478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56616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97764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010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0292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544068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15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011680"/>
            <a:ext cx="2560320" cy="47548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03911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90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1091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926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13248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315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4132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33872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833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57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127248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17296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35387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242816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2885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542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5358384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540410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57698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16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848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32888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060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4096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2724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75304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484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4845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96512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169664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69087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690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38928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120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21208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201168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51460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47472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547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97764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493776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50109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44068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17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5740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0391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207568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450592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4963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4780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51460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9504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3522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9169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295351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328416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37413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3558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339242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767328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3813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794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383133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206240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42519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42336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427024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645152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469087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6725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470916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084064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5129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51114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514807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522976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37960" y="55686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5550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558698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961888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60076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9893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602589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18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457200" cy="85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5623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32888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578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718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578608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65576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65576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2160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112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904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511296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98264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398264"/>
            <a:ext cx="457200" cy="859536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65429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371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443984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30952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30952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586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3766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7698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376672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576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600200"/>
            <a:ext cx="3657600" cy="384048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600200"/>
            <a:ext cx="3657600" cy="384048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28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20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