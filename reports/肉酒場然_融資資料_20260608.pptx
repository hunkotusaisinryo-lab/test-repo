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0972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8963C"/>
                </a:solidFill>
              </a:rPr>
              <a:t>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377440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にくさかば  ぜん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926080"/>
            <a:ext cx="6702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肉酒場 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840480"/>
            <a:ext cx="5788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963C"/>
                </a:solidFill>
              </a:rPr>
              <a:t>融資・出資 ご検討資料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434840"/>
            <a:ext cx="7616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糀漬け肉の定食居酒屋　／　FC展開・多業態グループ構想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2026年06月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エグゼクティブサマリー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758184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36576" cy="53035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98755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事業概要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298448"/>
            <a:ext cx="357530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業態：糀漬け肉の定食居酒屋
1号店：東京都内 20〜25坪 30席
ランチ＋ディナー2本柱
客単価 L:2,200円 / D:5,000円
月商目標：720万円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914400"/>
            <a:ext cx="3758184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5384" y="914400"/>
            <a:ext cx="36576" cy="53035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98755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</a:rPr>
              <a:t>競争優位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298448"/>
            <a:ext cx="357530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「発酵×肉料理」国内唯一の業態
前日漬け込み→当日焼くだけで標準化
チェーン本部長の実務経験
ランチ安定収益＋夜のドリンク収益
SNS映えによる低コスト集客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0728" y="914400"/>
            <a:ext cx="3758184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914400"/>
            <a:ext cx="36576" cy="53035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98755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</a:rPr>
              <a:t>資金活用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298448"/>
            <a:ext cx="357530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調達総額：2,630万円
初期投資：1,600万円（内外装・設備）
手元残：1,030万円（運転資金）
月次返済：約19.4万円
BEP：460万円 → 目標の64%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solidFill>
            <a:srgbClr val="221808"/>
          </a:solidFill>
          <a:ln w="635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42823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3C"/>
                </a:solidFill>
              </a:rPr>
              <a:t>　3年目FC展開開始　→　10年でグループ売上 約2.1億円 / 月・営業利益率18%を目指す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市場環境と機会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Market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682996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C"/>
                </a:solidFill>
              </a:rPr>
              <a:t>📊 市場規模・トレンド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0867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▸ 国内外食産業市場規模：約28兆円（2025年）
▸ 定食・居酒屋セグメント：6.2兆円
▸ 「健康×発酵」食トレンド：YoY +18%成長
▸ 糀・発酵食品の認知率：20代女性 72%
▸ 東京都内 定食居酒屋 新規開業：年+2,400件
▸ コロナ後の外食回帰が加速
▸ 「ちゃんとした一食」需要が強まる
▸ SNS（TikTok/Instagram）で飲食の発見が加速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5916" y="914400"/>
            <a:ext cx="5682996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076" y="1005840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C"/>
                </a:solidFill>
              </a:rPr>
              <a:t>🎯 ポジショニング：完全な空白地帯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1463040"/>
            <a:ext cx="5500116" cy="749808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8796" y="1508760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×  焼肉チェーン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6" y="1810512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　　健康訴求弱・価格競争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7356" y="2304288"/>
            <a:ext cx="5500116" cy="749808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2350008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×  居酒屋チェーン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651760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　　料理クオリティ低い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3145536"/>
            <a:ext cx="5500116" cy="749808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8796" y="3191256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×  健康系定食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8796" y="3493008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　　酒・夜の収益がない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7356" y="3986784"/>
            <a:ext cx="5500116" cy="749808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8796" y="4032504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×  高級和食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4334256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　　客単価高く日常使い不可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7356" y="4828032"/>
            <a:ext cx="5500116" cy="749808"/>
          </a:xfrm>
          <a:prstGeom prst="rect">
            <a:avLst/>
          </a:prstGeom>
          <a:solidFill>
            <a:srgbClr val="22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7356" y="4828032"/>
            <a:ext cx="5500116" cy="749808"/>
          </a:xfrm>
          <a:prstGeom prst="rect">
            <a:avLst/>
          </a:prstGeom>
          <a:noFill/>
          <a:ln w="1270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8796" y="4873752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◎  【肉酒場 然】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5175504"/>
            <a:ext cx="53172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　　発酵×肉×定食×居酒屋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事業コンセプト・強み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Business 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11548872" cy="777240"/>
          </a:xfrm>
          <a:prstGeom prst="rect">
            <a:avLst/>
          </a:prstGeom>
          <a:solidFill>
            <a:srgbClr val="221808"/>
          </a:solidFill>
          <a:ln w="9525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「糀漬け肉の定食と、和の一杯。」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20"/>
            <a:ext cx="2763774" cy="429768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20"/>
            <a:ext cx="36576" cy="429768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947672"/>
            <a:ext cx="25808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調理の型化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58568"/>
            <a:ext cx="25808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前日漬け込み→焼くだけ
未経験スタッフでも再現
FC展開に直結するOPS
提供8分以内でランチ回転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8406" y="1874520"/>
            <a:ext cx="2763774" cy="429768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8406" y="1874520"/>
            <a:ext cx="36576" cy="4297680"/>
          </a:xfrm>
          <a:prstGeom prst="rect">
            <a:avLst/>
          </a:prstGeom>
          <a:solidFill>
            <a:srgbClr val="5B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8134" y="1947672"/>
            <a:ext cx="25808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B86C"/>
                </a:solidFill>
              </a:rPr>
              <a:t>二毛作収益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8134" y="2258568"/>
            <a:ext cx="25808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ランチ：定食で安定集客
ディナー：ドリンクで収益UP
FL比率55〜57%を維持
BEP 460万/月の低さ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1874520"/>
            <a:ext cx="2763774" cy="429768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1874520"/>
            <a:ext cx="36576" cy="42976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500" y="1947672"/>
            <a:ext cx="25808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</a:rPr>
              <a:t>差別化訴求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2258568"/>
            <a:ext cx="25808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発酵×肉料理は競合皆無
「おいしさの理由」を語れる
女性客・健康志向を取込む
日本酒・甘酒との相性訴求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5138" y="1874520"/>
            <a:ext cx="2763774" cy="429768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5138" y="1874520"/>
            <a:ext cx="36576" cy="4297680"/>
          </a:xfrm>
          <a:prstGeom prst="rect">
            <a:avLst/>
          </a:prstGeom>
          <a:solidFill>
            <a:srgbClr val="E8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4866" y="1947672"/>
            <a:ext cx="25808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C3C"/>
                </a:solidFill>
              </a:rPr>
              <a:t>創業者スキル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4866" y="2258568"/>
            <a:ext cx="258089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焼肉・焼き鳥チェーン本部長
OPS設計・人材育成の実績
「型を作る力」＝FC直結
コスト管理・収益化の知見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月次損益モデル（1号店・安定期）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Unit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4572000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C"/>
                </a:solidFill>
              </a:rPr>
              <a:t>月次P&amp;L サマリー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4389120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売上高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813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8963C"/>
                </a:solidFill>
              </a:rPr>
              <a:t>720万円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47672"/>
            <a:ext cx="4389120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食材費（30%）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▲216万円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32304"/>
            <a:ext cx="4389120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50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人件費（26.5%）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4505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▲190万円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16936"/>
            <a:ext cx="4389120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352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家賃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93522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▲45万円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01568"/>
            <a:ext cx="4389120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19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水道光熱費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4198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▲18万円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886200"/>
            <a:ext cx="4389120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04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雑費・消耗品他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9044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▲30万円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370832"/>
            <a:ext cx="4389120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389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営業利益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389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8963C"/>
                </a:solidFill>
              </a:rPr>
              <a:t>220万円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855464"/>
            <a:ext cx="4389120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73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  借入返済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8737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▲19.4万円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340096"/>
            <a:ext cx="4389120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583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実質手取り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535838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8963C"/>
                </a:solidFill>
              </a:rPr>
              <a:t>約200万円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916168"/>
            <a:ext cx="4572000" cy="548640"/>
          </a:xfrm>
          <a:prstGeom prst="rect">
            <a:avLst/>
          </a:prstGeom>
          <a:solidFill>
            <a:srgbClr val="221808"/>
          </a:solidFill>
          <a:ln w="9525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損益分岐点：460万円 / 月（目標売上の64%）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960120"/>
            <a:ext cx="6675120" cy="36576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212080" y="4754880"/>
            <a:ext cx="2103120" cy="1371600"/>
          </a:xfrm>
          <a:prstGeom prst="rect">
            <a:avLst/>
          </a:prstGeom>
          <a:solidFill>
            <a:srgbClr val="2A1E14"/>
          </a:solidFill>
          <a:ln w="635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4828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FL比率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1023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56.5%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5961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目標60%以下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4754880"/>
            <a:ext cx="2103120" cy="1371600"/>
          </a:xfrm>
          <a:prstGeom prst="rect">
            <a:avLst/>
          </a:prstGeom>
          <a:solidFill>
            <a:srgbClr val="2A1E14"/>
          </a:solidFill>
          <a:ln w="635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4828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月商目標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51023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720万円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55961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BEPの156%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4754880"/>
            <a:ext cx="2103120" cy="1371600"/>
          </a:xfrm>
          <a:prstGeom prst="rect">
            <a:avLst/>
          </a:prstGeom>
          <a:solidFill>
            <a:srgbClr val="2A1E14"/>
          </a:solidFill>
          <a:ln w="635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4828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返済余力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51023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約56万円/月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55961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十分な余裕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資金調達計画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Funding Structure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57200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20640" y="960120"/>
            <a:ext cx="6748272" cy="329184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051560"/>
            <a:ext cx="6473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C"/>
                </a:solidFill>
              </a:rPr>
              <a:t>資金調達内訳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463040"/>
            <a:ext cx="65653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4904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自己資本（オーナー）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CCCCCC"/>
                </a:solidFill>
              </a:rPr>
              <a:t>630万円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490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90%株式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938528"/>
            <a:ext cx="65653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自己資本（友人出資）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65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CCCCCC"/>
                </a:solidFill>
              </a:rPr>
              <a:t>70万円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10%株式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414016"/>
            <a:ext cx="65653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4414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友人借入（株主借入金）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441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CCCCCC"/>
                </a:solidFill>
              </a:rPr>
              <a:t>1,430万円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441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金利1〜2% 業績連動返済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2889504"/>
            <a:ext cx="65653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9169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日本政策金融公庫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9169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CCCCCC"/>
                </a:solidFill>
              </a:rPr>
              <a:t>500万円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9169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金利約2% 7年返済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3364992"/>
            <a:ext cx="65653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339242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963C"/>
                </a:solidFill>
              </a:rPr>
              <a:t>合計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3924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C8963C"/>
                </a:solidFill>
              </a:rPr>
              <a:t>2,630万円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3924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89120"/>
            <a:ext cx="4572000" cy="237744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80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資金用途（初期投資1,600万円）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920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• 内装工事・設計費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89204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963C"/>
                </a:solidFill>
              </a:rPr>
              <a:t>700万円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2029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• 厨房設備・什器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20293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963C"/>
                </a:solidFill>
              </a:rPr>
              <a:t>450万円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5138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• 保証金・礼金（家賃3ヶ月）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5138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963C"/>
                </a:solidFill>
              </a:rPr>
              <a:t>150万円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2472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• 備品・食器・ユニフォーム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5824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963C"/>
                </a:solidFill>
              </a:rPr>
              <a:t>120万円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1356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• 広告宣伝費（オープン前）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61356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963C"/>
                </a:solidFill>
              </a:rPr>
              <a:t>100万円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• 予備費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64465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963C"/>
                </a:solidFill>
              </a:rPr>
              <a:t>80万円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4389120"/>
            <a:ext cx="6748272" cy="237744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4480560"/>
            <a:ext cx="6473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返済スケジュール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8920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日本政策金融公庫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89204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月6.4万円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892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7年 / 金利2%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5221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友人借入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52212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月13万円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2212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10年 / 金利1%（業績連動）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55504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63C"/>
                </a:solidFill>
              </a:rPr>
              <a:t>合計月次返済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5504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8963C"/>
                </a:solidFill>
              </a:rPr>
              <a:t>月19.4万円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5550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売上720万円の2.7%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5879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63C"/>
                </a:solidFill>
              </a:rPr>
              <a:t>返済余力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58795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8963C"/>
                </a:solidFill>
              </a:rPr>
              <a:t>月約56万円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5879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営業利益から十分カバー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成長戦略・フェーズ計画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Growth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784348" cy="384048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36576" cy="384048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03327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Phase 1
Y1〜Y2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344168"/>
            <a:ext cx="26014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1号店 出店・実証
三軒茶屋 / 目黒 / 自由が丘
月商720万円安定化
OPS マニュアル完成
採用・教育体制構築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1548" y="960120"/>
            <a:ext cx="2784348" cy="384048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1548" y="960120"/>
            <a:ext cx="36576" cy="3840480"/>
          </a:xfrm>
          <a:prstGeom prst="rect">
            <a:avLst/>
          </a:prstGeom>
          <a:solidFill>
            <a:srgbClr val="5B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1276" y="103327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B86C"/>
                </a:solidFill>
              </a:rPr>
              <a:t>Phase 2
Y3〜Y4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1276" y="1344168"/>
            <a:ext cx="26014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FC展開スタート
SNS事業部 立ち上げ
直営2〜3号店
本部機能・HQ構築
蕎麦 然 1号店（立食い）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960120"/>
            <a:ext cx="2784348" cy="384048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960120"/>
            <a:ext cx="36576" cy="3840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03327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</a:rPr>
              <a:t>Phase 3
Y5〜Y7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344168"/>
            <a:ext cx="26014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FC 10店舗達成
蕎麦 然 FC展開
グループ月商 4,700万円
SNS事業部 外部受注本格化
資金調達（Series A検討）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4564" y="960120"/>
            <a:ext cx="2784348" cy="384048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84564" y="960120"/>
            <a:ext cx="36576" cy="3840480"/>
          </a:xfrm>
          <a:prstGeom prst="rect">
            <a:avLst/>
          </a:prstGeom>
          <a:solidFill>
            <a:srgbClr val="C86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4292" y="103327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603C"/>
                </a:solidFill>
              </a:rPr>
              <a:t>Phase 4
Y8〜Y10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4292" y="1344168"/>
            <a:ext cx="26014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FC 25〜30店舗
グループ月商 2.1億円
営業利益率 18%
3ブランド確立
IPO / M&amp;A 検討</a:t>
            </a:r>
          </a:p>
        </p:txBody>
      </p:sp>
      <p:sp>
        <p:nvSpPr>
          <p:cNvPr id="22" name="Can 21"/>
          <p:cNvSpPr/>
          <p:nvPr/>
        </p:nvSpPr>
        <p:spPr>
          <a:xfrm>
            <a:off x="3104388" y="2606040"/>
            <a:ext cx="128016" cy="548640"/>
          </a:xfrm>
          <a:prstGeom prst="can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6025896" y="2606040"/>
            <a:ext cx="128016" cy="548640"/>
          </a:xfrm>
          <a:prstGeom prst="can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>
            <a:off x="8947404" y="2606040"/>
            <a:ext cx="128016" cy="548640"/>
          </a:xfrm>
          <a:prstGeom prst="can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2784348" cy="1280160"/>
          </a:xfrm>
          <a:prstGeom prst="rect">
            <a:avLst/>
          </a:prstGeom>
          <a:solidFill>
            <a:srgbClr val="221808"/>
          </a:solidFill>
          <a:ln w="635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05663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Y2 月商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330952"/>
            <a:ext cx="26014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720万円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78815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BEP達成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1548" y="4983480"/>
            <a:ext cx="2784348" cy="1280160"/>
          </a:xfrm>
          <a:prstGeom prst="rect">
            <a:avLst/>
          </a:prstGeom>
          <a:solidFill>
            <a:srgbClr val="221808"/>
          </a:solidFill>
          <a:ln w="635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2988" y="505663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Y5 FC店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2988" y="5330952"/>
            <a:ext cx="26014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10店舗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2988" y="578815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ロイヤルティ収入安定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4983480"/>
            <a:ext cx="2784348" cy="1280160"/>
          </a:xfrm>
          <a:prstGeom prst="rect">
            <a:avLst/>
          </a:prstGeom>
          <a:solidFill>
            <a:srgbClr val="221808"/>
          </a:solidFill>
          <a:ln w="635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505663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Y7 グループ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5330952"/>
            <a:ext cx="26014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4,700万円/月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578815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3ブランド展開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84564" y="4983480"/>
            <a:ext cx="2784348" cy="1280160"/>
          </a:xfrm>
          <a:prstGeom prst="rect">
            <a:avLst/>
          </a:prstGeom>
          <a:solidFill>
            <a:srgbClr val="221808"/>
          </a:solidFill>
          <a:ln w="635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76004" y="505663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Y10 利益率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6004" y="5330952"/>
            <a:ext cx="26014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18%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6004" y="578815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グループ確立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10年間 売上・利益推移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10-Year Financial Projection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772400" cy="34747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7772400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960120"/>
            <a:ext cx="3547872" cy="1115568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0149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Y1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014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売上 400.0万円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362456"/>
            <a:ext cx="2907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赤字 0万円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130552"/>
            <a:ext cx="3547872" cy="1115568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854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Y2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85416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売上 720.0万円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32888"/>
            <a:ext cx="2907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黒字化達成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300984"/>
            <a:ext cx="3547872" cy="1115568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355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Y5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355848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売上 3,628.0万円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03320"/>
            <a:ext cx="2907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利益 508万円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4471416"/>
            <a:ext cx="3547872" cy="1115568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526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Y7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526280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売上 7,966.0万円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873752"/>
            <a:ext cx="2907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利益 1275万円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5641848"/>
            <a:ext cx="3547872" cy="1115568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56967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Y10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56967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売上 19,368.0万円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6044184"/>
            <a:ext cx="2907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利益 3486万円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6812280"/>
            <a:ext cx="3547872" cy="457200"/>
          </a:xfrm>
          <a:prstGeom prst="rect">
            <a:avLst/>
          </a:prstGeom>
          <a:solidFill>
            <a:srgbClr val="221808"/>
          </a:solidFill>
          <a:ln w="9525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6885432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Y10 利益率 18%達成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リスクと対策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Risk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784348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36576" cy="53035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03327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5350"/>
                </a:solidFill>
              </a:rPr>
              <a:t>集客リスク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344168"/>
            <a:ext cx="26014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【リスク】開業直後の認知不足
【対策①】SNS先行発信（Instagram/TikTok）
【対策②】Googleマップ・食べログ最適化
【対策③】オープン前モニター会の実施
【対策④】手元資金1,030万で9ヶ月分の赤字を吸収可能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1548" y="960120"/>
            <a:ext cx="2784348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1548" y="960120"/>
            <a:ext cx="36576" cy="5303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1276" y="103327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800"/>
                </a:solidFill>
              </a:rPr>
              <a:t>オペレーションリスク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1276" y="1344168"/>
            <a:ext cx="26014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【リスク】スタッフ離職・採用難
【対策①】調理の型化で未経験者でも即戦力
【対策②】開業前3ヶ月の教育期間を確保
【対策③】給与水準を市場+5〜10%に設定
【対策④】シフト設計を事前に最適化済み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960120"/>
            <a:ext cx="2784348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960120"/>
            <a:ext cx="36576" cy="53035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03327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</a:rPr>
              <a:t>財務リスク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344168"/>
            <a:ext cx="26014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【リスク】売上未達・赤字継続
【対策①】BEP 460万円 = 目標の64%の低さ
【対策②】ランチ売上で固定費をカバー設計
【対策③】累積赤字 最大▲240万（試算）
【対策④】手元1,030万で余裕を持って耐えられる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4564" y="960120"/>
            <a:ext cx="2784348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84564" y="960120"/>
            <a:ext cx="36576" cy="53035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4292" y="1033272"/>
            <a:ext cx="26014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競合リスク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4292" y="1344168"/>
            <a:ext cx="26014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【リスク】類似業態の参入
【対策①】ブランド商標登録で保護
【対策②】発酵食材のサプライヤー囲い込み
【対策③】SNS認知の先行優位を確立
【対策④】FC展開でエリアを早期に押さえる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創業者プロフィール・チーム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Founder &amp;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6217920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代表者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○○　○○（仮名）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▸ 焼肉・焼き鳥チェーン　本部長（8年）
　　→ 複数店舗のOPS設計・FC加盟店管理・人材育成
▸ 炭火系飲食チェーン　エリアマネージャー（5年）
　　→ 年商10億超のエリア管理、損益責任
▸ 独立開業　FC本部経験を活かした1号店展開へ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690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なぜ成功できるか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5852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✓ 「型を作る力」＝ FC展開の核心スキルを持つ経営者
✓ コスト管理・人件費設計の実務経験が直結
✓ 既存チェーンでの成功体験＋失敗の両方を持つ
✓ 開業後3ヶ月で黒字化した飲食店の経営経験あり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960120"/>
            <a:ext cx="5148072" cy="530352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051560"/>
            <a:ext cx="4873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3C"/>
                </a:solidFill>
              </a:rPr>
              <a:t>サポート体制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463040"/>
            <a:ext cx="49651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4996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963C"/>
                </a:solidFill>
              </a:rPr>
              <a:t>税理士・顧問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499616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税務・資金繰り管理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938528"/>
            <a:ext cx="49651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97510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963C"/>
                </a:solidFill>
              </a:rPr>
              <a:t>司法書士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975104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会社設立・契約書作成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2414016"/>
            <a:ext cx="49651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4505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963C"/>
                </a:solidFill>
              </a:rPr>
              <a:t>飲食コンサル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450592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物件選定・内装監修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2889504"/>
            <a:ext cx="49651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9260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963C"/>
                </a:solidFill>
              </a:rPr>
              <a:t>SNSプロ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926080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開業前からのSNS戦略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3364992"/>
            <a:ext cx="4965192" cy="6350"/>
          </a:xfrm>
          <a:prstGeom prst="rect">
            <a:avLst/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4015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8963C"/>
                </a:solidFill>
              </a:rPr>
              <a:t>出資者（友人）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401568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業界知見・経営支援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ご支援のお願い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963C"/>
                </a:solidFill>
              </a:rPr>
              <a:t>Investment / Loan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11548872" cy="1280160"/>
          </a:xfrm>
          <a:prstGeom prst="rect">
            <a:avLst/>
          </a:prstGeom>
          <a:solidFill>
            <a:srgbClr val="221808"/>
          </a:solidFill>
          <a:ln w="1270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963C"/>
                </a:solidFill>
              </a:rPr>
              <a:t>日本政策金融公庫　創業融資　500万円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金利 約2%　／　返済期間 7年　／　月次返済 約6.4万円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23160"/>
            <a:ext cx="3727704" cy="4114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423160"/>
            <a:ext cx="36576" cy="41148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496312"/>
            <a:ext cx="3544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63C"/>
                </a:solidFill>
              </a:rPr>
              <a:t>融資の使途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807208"/>
            <a:ext cx="35448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内装工事・設計費：700万円
厨房設備・什器：450万円
保証金・礼金：150万円
備品・食器類：120万円
広告宣伝（開業前）：100万円
予備費：80万円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0624" y="2423160"/>
            <a:ext cx="3727704" cy="4114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0624" y="2423160"/>
            <a:ext cx="36576" cy="4114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0352" y="2496312"/>
            <a:ext cx="3544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</a:rPr>
              <a:t>返済の根拠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0352" y="2807208"/>
            <a:ext cx="35448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月商720万円時の営業利益：約75万円
月次借入返済額：6.4万円
返済比率：売上の0.9%
BEP 460万円達成後、即返済可能
手元資金1,030万円がバッファ
累積赤字試算：最大▲240万円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1208" y="2423160"/>
            <a:ext cx="3727704" cy="4114800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1208" y="2423160"/>
            <a:ext cx="36576" cy="4114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0936" y="2496312"/>
            <a:ext cx="3544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</a:rPr>
              <a:t>審査強化ポイント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0936" y="2807208"/>
            <a:ext cx="35448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自己資本比率 26%（700/2,630万円）
資本金700万円（準資本含む）
チェーン本部長 13年の実務経験
詳細なOPSマニュアル作成済み
競合分析・立地調査完了
事業計画書・月次P&amp;L完備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263640"/>
            <a:ext cx="11548872" cy="457200"/>
          </a:xfrm>
          <a:prstGeom prst="rect">
            <a:avLst/>
          </a:prstGeom>
          <a:solidFill>
            <a:srgbClr val="1A1220"/>
          </a:solidFill>
          <a:ln w="6350">
            <a:solidFill>
              <a:srgbClr val="66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30936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AAFF"/>
                </a:solidFill>
              </a:rPr>
              <a:t>　📌 エンジェル投資家向け：3年目FC展開フェーズに合わせてSeries A 3,000〜5,000万円の調達を予定しております。ご関心の方はご相談ください。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914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8963C"/>
                </a:solidFill>
              </a:rPr>
              <a:t>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286000"/>
            <a:ext cx="5788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肉酒場 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8963C"/>
                </a:solidFill>
              </a:rPr>
              <a:t>「糀漬け肉の定食と、和の一杯。」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ご検討のほど、よろしくお願いいたします。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754880"/>
            <a:ext cx="4873752" cy="1371600"/>
          </a:xfrm>
          <a:prstGeom prst="rect">
            <a:avLst/>
          </a:prstGeom>
          <a:solidFill>
            <a:srgbClr val="2A1E14"/>
          </a:solidFill>
          <a:ln w="6350">
            <a:solidFill>
              <a:srgbClr val="C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3C"/>
                </a:solidFill>
              </a:rPr>
              <a:t>お問い合わせ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5166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代表：○○　○○
hunkotusaisinryo@gmail.com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