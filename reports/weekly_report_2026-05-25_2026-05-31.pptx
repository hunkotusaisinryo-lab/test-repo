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9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飲食トレンド週次レポート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89C45"/>
                </a:solidFill>
              </a:rPr>
              <a:t>2026年05月25日（月）〜05月31日（日）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対象日数：0日分　｜　自動生成レポート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E89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