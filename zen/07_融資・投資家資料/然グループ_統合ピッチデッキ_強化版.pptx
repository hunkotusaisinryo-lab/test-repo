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4億円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採用・組織計画  ─  人材投資で成長を支える体制づくり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621792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960120"/>
            <a:ext cx="52120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9875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職種別 月給レンジ目安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371600"/>
            <a:ext cx="5212080" cy="7132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371600"/>
            <a:ext cx="73152" cy="71323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39903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2020"/>
                </a:solidFill>
                <a:latin typeface="IPAGothic"/>
              </a:rPr>
              <a:t>代表役員（オーナー）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645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Y1: 30〜40万円/月（個人コンサル報酬と並行）
Y2以降: 未定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IPAGothic"/>
              </a:rPr>
              <a:t>Y1-Y2は1名体制 → Y3から2名体制へ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121408"/>
            <a:ext cx="5212080" cy="7132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121408"/>
            <a:ext cx="73152" cy="71323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488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2020"/>
                </a:solidFill>
                <a:latin typeface="IPAGothic"/>
              </a:rPr>
              <a:t>執行役員候補（Y1-Y2は社員・Y3〜昇格）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3957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Y1-Y2: 50万円/月（固定）＋ 担当売上1%インセンティブ
Y3〜: 執行役員（報酬は別途設計）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6517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IPAGothic"/>
              </a:rPr>
              <a:t>Y1入社の初期メンバーを3年目に執行役員へ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871216"/>
            <a:ext cx="5212080" cy="7132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2871216"/>
            <a:ext cx="73152" cy="71323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8986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C4A3E"/>
                </a:solidFill>
                <a:latin typeface="IPAGothic"/>
              </a:rPr>
              <a:t>エリアSV（スーパーバイザー）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1455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38〜45万円/月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401568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IPAGothic"/>
              </a:rPr>
              <a:t>5〜7店舗担当・Y3〜設置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621024"/>
            <a:ext cx="5212080" cy="7132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3621024"/>
            <a:ext cx="73152" cy="71323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4845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49A22"/>
                </a:solidFill>
                <a:latin typeface="IPAGothic"/>
              </a:rPr>
              <a:t>店長（正社員）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89534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30〜38万円/月 ＋ 担当店売上1%インセンティブ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151376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IPAGothic"/>
              </a:rPr>
              <a:t>例：月商960万 → インセンティブ約9.6万/月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370832"/>
            <a:ext cx="5212080" cy="7132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370832"/>
            <a:ext cx="73152" cy="713232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3982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  <a:latin typeface="IPAGothic"/>
              </a:rPr>
              <a:t>アルバイト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6451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時給1,200〜1,500円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901184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A1A1A"/>
                </a:solidFill>
                <a:latin typeface="IPAGothic"/>
              </a:rPr>
              <a:t>蕎麦然2名/店、だし然・肉酒場然3名/店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51960"/>
            <a:ext cx="116128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7939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年度別採用計画（人件費逆算ベース）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74320" y="4663440"/>
          <a:ext cx="116128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店舗数（直営＋FC）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役員（名）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本部・SV（名）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店舗社員（名）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アルバイト（名）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24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135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総人員（名）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人件費（万円）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67482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1A1A"/>
                </a:solidFill>
                <a:latin typeface="IPAGothic"/>
              </a:rPr>
              <a:t>※ 蕎麦然:社員1名＋アルバイト2名/店　だし然・肉酒場然:社員2名＋アルバイト3名/店　役員報酬は別途設計予定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▲5,560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1,820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6,480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14,400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24,000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40,000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・Y3以降：FCスケールで利益率が20%に安定。EBITDA1.4億円（月商6,000万）で成長が加速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・Y5：年商20億円・EBITDA4億円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