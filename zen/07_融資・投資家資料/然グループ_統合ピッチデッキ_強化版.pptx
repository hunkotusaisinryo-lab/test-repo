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席数目安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30〜40席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20〜25席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40〜50席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15〜20席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20〜30席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25〜35席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1店→55店への複製力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成功レシピをFC化で横展開
競合は単店の技術・関係性に依存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3ブランド×FC＝景気・トレンドに左右されない
単店競合は1業態の不振で即ダメージ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