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【家賃】30万円/月（8坪・坪3.75万）│ 原価33%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42万円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初期投資合計：500万円（居抜き活用・小型化）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月次営業利益：約28万円（ロイヤルティ控除後）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投資回収期間：約14〜18ヶ月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12%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42万円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5,223万円〜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グループ月次売上：約2,510万円（利益率約15%、月次利益約386万円）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+14,880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+1,260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+2,140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+6,880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+17,800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13,780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31,580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74,580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資金調達3,500万を起点にY1末で累計CF4,760万（黒字転換・返済原資確保）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+330〜400万（3ブランド揃い踏み）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Y1末時点：累計CF（資金調達後）約4,760万 → BEP到達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3,500万円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開業費（小型8坪）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内装200万＋設備150万＋敷金＋初期運転資金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3,500万円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