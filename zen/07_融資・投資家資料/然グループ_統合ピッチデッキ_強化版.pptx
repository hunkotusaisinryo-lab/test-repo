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C49A22"/>
                </a:solidFill>
                <a:latin typeface="IPAGothic"/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展開モデル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直営＋FC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発酵×炭火居酒屋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675万円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直営中心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120万円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12.5%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FC特化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発酵肉（麹漬け・味噌漬け）を核心に据えた独自メニュー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炭火グリルをオープンキッチンで「見せる」体験型設計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日本酒・焼酎との発酵ペアリングでドリンク単価向上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22〜25坪・30〜35席・客単価 4,000〜6,000円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ディナー特化・予約制で客単価を安定化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675万円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120万円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5,000円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10坪・12スタンド・2人オペレーション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客単価1,500円・回転時間12分・稼働率80%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BEP：1日43人（月商174万円）で黒字化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標準内装パッケージで施工期間2.5ヶ月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480万円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60万円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15〜18ヶ月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初期投資合計：1,100万円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月次売上：480万円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月次営業利益：約50万円（ロイヤルティ控除後）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投資回収期間：約18〜22ヶ月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本部ロイヤルティ：FC10店で月192万円（売上の4%）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675万円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12.5%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1,800万円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5,363万円〜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グループ月次売上合計：約2,115万円（利益率約15%、月次利益324万円）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3,000万円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23774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内装900万＋厨房450万＋敷金＋運転資金（居抜き活用）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内装350万＋設備180万＋保証金＋初期運転資金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店長・料理長採用・マニュアル構築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運転資金・マーケ費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グループ管理・SNS・広告・オープン販促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